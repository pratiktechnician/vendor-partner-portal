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011680"/>
            <a:ext cx="137160" cy="2560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202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DIGITAL PLATFORM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&amp; Customer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Portal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023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Compliance, Multi-Tier Invoice Approvals &amp; Payment Processing Engine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937760"/>
            <a:ext cx="10543032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50749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DATA PRIVACY SAFEGUARD ENFORCED: All Vendor &amp; Customer identities displayed in this deck use randomized synthetic dummy profiles (e.g. Apex Logistics, Vortex Tech) to protect sensitive real-world enterprise entity data.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 &amp; Core Objectives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1206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109728" cy="21031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Self-Service Onboarding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Streamlined 10-step wizard for vendors &amp; customers with document uploads and automated validation.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35040" y="1463040"/>
            <a:ext cx="51206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0" y="1463040"/>
            <a:ext cx="109728" cy="21031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Identity &amp; Data Privacy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309360" y="219456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vendor name anonymization, PII obfuscation, and Row Level Security across client views.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51206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840480"/>
            <a:ext cx="109728" cy="21031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Multi-Tier Approvals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" y="457200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Configurable threshold routing (Tier 1, Tier 2, Executive) with automatic duplicate invoice checks.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35040" y="3840480"/>
            <a:ext cx="51206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3840480"/>
            <a:ext cx="109728" cy="21031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  Payment Transparency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09360" y="457200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payout recording, TDS tax calculations, penalty deductions, and real-time advice tracking.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CONTROL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Multi-Role RBAC Security Architecture (8 Portal Roles)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514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914400" cy="228600"/>
          </a:xfrm>
          <a:prstGeom prst="roundRect">
            <a:avLst>
              <a:gd name="adj" fmla="val 20000"/>
            </a:avLst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Profile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33172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Nexus Materials &amp; Supply Co. - Submit docs, track onboarding, create invoices.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463040"/>
            <a:ext cx="2514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1645920"/>
            <a:ext cx="914400" cy="228600"/>
          </a:xfrm>
          <a:prstGeom prst="roundRect">
            <a:avLst>
              <a:gd name="adj" fmla="val 20000"/>
            </a:avLst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6459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29000" y="19659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Profile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233172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Horizon Global Ltd. - Complete onboarding, upload KYC, manage tickets.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1463040"/>
            <a:ext cx="2514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645920"/>
            <a:ext cx="914400" cy="2286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6459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26480" y="19659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Administrator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26480" y="233172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governance, user management, workflow configuration, system settings.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641080" y="1463040"/>
            <a:ext cx="2514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23960" y="1645920"/>
            <a:ext cx="914400" cy="2286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8823960" y="16459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823960" y="19659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Operations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823960" y="233172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 vendor registration queue, manage profiles &amp; onboarding flow.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840480"/>
            <a:ext cx="2514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4023360"/>
            <a:ext cx="914400" cy="2286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0233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1520" y="43434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Screener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31520" y="470916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mandatory documents, request corrections, verify tax certificates.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46120" y="3840480"/>
            <a:ext cx="2514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29000" y="4023360"/>
            <a:ext cx="914400" cy="2286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31" name="Text 29"/>
          <p:cNvSpPr/>
          <p:nvPr/>
        </p:nvSpPr>
        <p:spPr>
          <a:xfrm>
            <a:off x="3429000" y="40233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429000" y="43434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 Approver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29000" y="470916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Multi-tier threshold review, line-item verification, duplicate check.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943600" y="3840480"/>
            <a:ext cx="2514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26480" y="4023360"/>
            <a:ext cx="914400" cy="2286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36" name="Text 34"/>
          <p:cNvSpPr/>
          <p:nvPr/>
        </p:nvSpPr>
        <p:spPr>
          <a:xfrm>
            <a:off x="6126480" y="40233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126480" y="43434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/ Payout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126480" y="470916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payout settlement, apply TDS/penalties, issue payment vouchers.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641080" y="3840480"/>
            <a:ext cx="2514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823960" y="4023360"/>
            <a:ext cx="914400" cy="2286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41" name="Text 39"/>
          <p:cNvSpPr/>
          <p:nvPr/>
        </p:nvSpPr>
        <p:spPr>
          <a:xfrm>
            <a:off x="8823960" y="40233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823960" y="43434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Auditor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823960" y="470916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 access to immutable audit logs, reports, &amp; statutory exports.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FUNCTIONALITY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Workflow &amp; Modules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4290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Registration Wizard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10-step wizard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Randomized entity masking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PAN/GST validation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Compliance declaration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60520" y="1463040"/>
            <a:ext cx="34290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43400" y="16459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Document Audit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343400" y="205740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Side-by-side preview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Approve / Reject / Correction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Granular correction reasons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Expiry date tracking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0" y="1463040"/>
            <a:ext cx="34290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0" y="16459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Invoice Engine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955280" y="205740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Line-item calculation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Tax &amp; total auto-sum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Duplicate invoice alert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Supporting doc attach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34290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0233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Approval Workflow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443484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Threshold-based routing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Multi-tier approvals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Reject back to vendor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Historical approval log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60520" y="3840480"/>
            <a:ext cx="34290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43400" y="40233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Payout &amp; Finance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343400" y="443484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TDS calculation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Penalty deduction log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Payment advice generation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Finance status sync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0" y="3840480"/>
            <a:ext cx="34290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0" y="40233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Support &amp; Reports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955280" y="443484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Ticketing system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Recharts analytics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CSV audit log export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Custom report builder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Technology Stack &amp; System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137160" cy="7772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00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Layer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0" y="1600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16 (App Router), TypeScript, Tailwind CSS, shadcn/ui primitives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377440"/>
            <a:ext cx="137160" cy="777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514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&amp; WebGL Canvas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0" y="2514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Three.js WebGL interactive particle canvas + 3D Tilt Cards with graceful fallback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291840"/>
            <a:ext cx="137160" cy="7772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429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Database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0" y="3429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PostgreSQL (29 Normalized Tables), Row Level Security (RLS) Policies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20624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206240"/>
            <a:ext cx="137160" cy="7772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343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&amp; Logic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57600" y="4343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Zod 4 schemas, React Hook Form, Custom Dynamic Workflow Approval Engine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12064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5120640"/>
            <a:ext cx="137160" cy="777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5257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&amp; Anonymization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657600" y="52578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entity name generator, Bank Account Masking (XXXX-XXXX-1234), Audit Log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WORKFLOW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Configurable Multi-Tier Approval Engine &amp; Duplicate Prevention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0352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Threshold Routing Rules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47548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Tier 1 Auto-Approval / Single Level: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Invoices under $10,000 processed by Vendor Ops.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Sample: Nexus Materials &amp; Supply Co. - Inv #INV-1092 ($4,500)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Tier 2 Manager Approval: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Invoices between $10,000 and $50,000 require Manager sign-off.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Sample: Nexus Materials &amp; Supply Co. - Inv #INV-3049 ($28,000)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Tier 3 Executive Sign-Off: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Invoices exceeding $50,000 require CFO / Finance Director sign-off.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Sample: Titanium Enterprise Services - Inv #INV-8891 ($145,000)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Custom Rules Configurable: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Administrators tweak thresholds dynamically via /admin/workflows.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422392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737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Check &amp; Net Payout Math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194560"/>
            <a:ext cx="48463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Duplicate Detection: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Every invoice submission checks (Supplier ID + Invoice Number) against past active submissions to prevent double billing.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Net Payable Calculation Formula: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Net Payout = Approved Invoice Amount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- Penalty Deductions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- TDS (Tax Deducted at Source)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Payment Advice Generation: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Automated advice document with breakdown generated upon Finance disbursement confirmation.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Data Anonymization &amp; Privacy Protection (GDPR / PII Safe)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1206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Randomized Vendor Identifiers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client demo mode and export reporting, real vendor entity names are dynamically mapped to randomized synthetic names (e.g., Apex Tech, Vortex Systems) or hashed IDs (VND-88492).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35040" y="1463040"/>
            <a:ext cx="51206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 Banking Data Masking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09360" y="219456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account numbers, routing numbers, and tax identifiers are automatically masked as XXXX-XXXX-1234 for all non-finance reviewers to ensure PII compliance.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51206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Level Security (RLS)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457200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Enforces strict database-level tenant isolation. Vendors can only query their own records, preventing cross-vendor data exposure.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3840480"/>
            <a:ext cx="51206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 Audit Trail Logging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9360" y="457200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view, modification, document status update, and financial disbursement is recorded with timestamp, user ID, IP address, and change diff.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INTELLIGENCE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Analytics &amp; Anonymized Reporting Suite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0020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VENDORS (ANONYMIZED)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1,248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337560" y="146304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160020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ONBOARDED CUSTOMERS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520440" y="18745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856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126480" y="146304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60020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APPROVALS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309360" y="18745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915400" y="146304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98280" y="160020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DISBURSEMENT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098280" y="18745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$4.2M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48640" y="2834640"/>
            <a:ext cx="11091672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108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Capabilities &amp; Audit Exports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3566160"/>
            <a:ext cx="10515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Recharts Interactive Visualizations: Dynamic charts for vendor status breakdown, invoice volume trends, payout timelines, and compliance rates.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Statutory CSV &amp; Report Exports: One-click CSV export engine for audit logs, vendor master lists (with privacy masking option), tax deduction summaries (TDS), and payment histories.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Email Notifications: Real-time notification dispatch for document review outcomes, invoice status updates, and support ticket replies.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Admin Filters: Multi-parameter search &amp; filtering by date range, vendor tier, department, status, and amount thresholds.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PREPARATION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Live Demo Routes &amp; Synthetic Test Guide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1206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Portals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/ (Interactive 3D Hero Landing)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/login (Role-based authentication)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/register/vendor (10-Step Wizard)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/register/customer (KYC Onboarding)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35040" y="1463040"/>
            <a:ext cx="51206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737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Portal (Anonymized)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09360" y="214884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/vendor/dashboard (e.g. Acme Logistics Solutions Inc.)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/vendor/documents (Upload &amp; compliance)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/vendor/invoices/new (Create invoice)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/vendor/payments (Payment advice)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51206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114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Portal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52628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/admin/dashboard (KPI Overview)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/admin/document-reviews (Audit queue)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/admin/approvals (Multi-tier queue)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/admin/payments (Record payouts)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3840480"/>
            <a:ext cx="51206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4114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&amp; Audit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09360" y="452628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/admin/users (RBAC management)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/admin/workflows (Threshold rules)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/admin/reports (Analytics &amp; exports)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/admin/audit-logs (Security trail)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097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 &amp; DEPLOYMENT 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Live Client Deployment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377440"/>
            <a:ext cx="10543032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2532888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5328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737360" y="2514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Migration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0" y="251460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20260831000000_initial_schema.sql in Supabase SQL Editor (2 mins).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291840"/>
            <a:ext cx="10543032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3447288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447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737360" y="34290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Setup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0" y="342900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compliance-documents and invoice-attachments buckets (2 mins).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4206240"/>
            <a:ext cx="10543032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280" y="4361688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4361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4343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Hosting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29200" y="434340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GitHub repository to Vercel and configure env variables (3 mins).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2960" y="5120640"/>
            <a:ext cx="10543032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7280" y="5276088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5276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737360" y="5257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Handover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029200" y="525780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Admin &amp; Vendor demo credentials with anonymized sample profiles.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Enterprise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Vendor &amp; Customer Management Portal (Anonymized Client Demo)</dc:title>
  <dc:subject>PptxGenJS Presentation</dc:subject>
  <dc:creator>Antigravity Senior Full-Stack Architect</dc:creator>
  <cp:lastModifiedBy>Antigravity Senior Full-Stack Architect</cp:lastModifiedBy>
  <cp:revision>1</cp:revision>
  <dcterms:created xsi:type="dcterms:W3CDTF">2026-09-05T05:44:00Z</dcterms:created>
  <dcterms:modified xsi:type="dcterms:W3CDTF">2026-09-05T05:44:00Z</dcterms:modified>
</cp:coreProperties>
</file>